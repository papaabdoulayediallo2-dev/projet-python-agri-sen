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AGRI-SEN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Système de Gestion de Coopérative Agricole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Vue d'ensemble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Système de gestion pour une coopérative agricole sénégalaise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Gestion des producteurs et de leurs récoltes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Calcul des statistiques de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Interface interactive avec menu utilisateur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Développé en Python par 5 membres d'équipe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Objectifs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Centraliser les informations sur les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Enregistrer et suivre les récoltes par produit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Analyser la production totale et par produit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Identifier le meilleur producteur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• Calculer les moyennes de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Architecture du Projet - Membre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📁 membre1.py : Gestion des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Liste globale 'producteurs'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ajouter_producteur() - ajoute un nouveau producteur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afficher_producteurs() - liste tous les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rechercher_producteur(nom) - recherche par nom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Architecture du Projet - Membre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📁 membre2.py : Gestion des Récoltes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PRODUITS_VALIDES - liste des produits autorisés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produit_valide(produit) - valide un produit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enregistrer_recolte() - enregistre une récolte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afficher_recoltes(nom) - affiche les récoltes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Architecture du Projet - Membre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📁 Membre3.py : Statistiques de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production_totale() - calcule la production totale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production_par_produit() - détail par type de produit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Utilise les données de tous les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Affiche les résultats en kg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Architecture du Projet - Membre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📁 membre4.py : Analyses Avancées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meilleur_producteur(liste) - identifie le meilleur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moyenne_producteur(liste) - calcule la moyenne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Utilise pour les statistiques globales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Affiche les résultats formatés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Architecture du Projet - Membre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📁 main.py : Menu Principal et Intégration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Importe toutes les fonctions des 4 membres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Menu interactif avec 10 options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Point d'entrée du programme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• Permet à l'utilisateur d'accéder à toutes les fonctionnalités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Flux du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1️⃣ Lancement : python main.py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2️⃣ Affichage du menu interactif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3️⃣ L'utilisateur choisit une option (1-10)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4️⃣ Exécution de la fonction correspondante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5️⃣ Retour au menu pour une autre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Produits Autorisés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🌾 Mil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🌽 Maïs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🍚 Riz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🥜 Arachide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Fonctionnalités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Ajouter et afficher les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Rechercher un producteur spécifique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Enregistrer les récoltes avec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Afficher les récoltes par producteur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Calculer les statistiques de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✅ Identifier le meilleur producteur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Structure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Producteur = {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'nom': string,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'recoltes': [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{'nom': string, 'produit': string, 'quantite': float},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  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Validation et Contrôle de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Validation des noms (non vide, pas de doublons)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Validation des produits (liste fermée)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Validation des quantités (positives, nombre valide)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Gestion d'erreurs complète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Messages clairs à l'utilisateur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Technologies Utilisées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🐍 Python 3.x - Langage de programmation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📦 Modules standards Python (pas de dépendances externes)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Dictionnaires et listes pour la structure de données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💾 Données en mémoire (pas de base de données)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📝 Version contrôle : Git &amp; GitHub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Avantages du Système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✨ Simple et intuitif à utiliser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📊 Rapports de production détaillés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🔍 Recherche rapide des producteurs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📈 Suivi de la productivité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🛡️ Données validées et cohérentes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28B22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Système complet et fonctionnel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Code bien organisé et commenté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Facile à étendre et maintenir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Prêt pour une utilisation réelle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Collaboration d'équipe réussie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