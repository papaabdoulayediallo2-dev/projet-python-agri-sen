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AGRI-SEN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Système de Gestion de Coopérative Agricole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Introduction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AGRI-SEN est un système informatique conçu pour gérer les opérations d'une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coopérative agricole. Ce système permet de centraliser et d'analyser les données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concernant les producteurs et leurs récoltes.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Le projet a été développé par 5 développeurs travaillant de manière collaborative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en Python, avec une architecture modulaire où chaque membre s'occupe d'une partie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spécifique du système.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Objectifs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1. Centraliser les informations sur tous les producteurs de la coopérative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dans une base de données accessible et organisée.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2. Permettre l'enregistrement détaillé de chaque récolte avec validation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des données pour assurer la qualité.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3. Générer des rapports et statistiques de production pour analyser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la performance de la coopérative.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4. Identifier les producteurs les plus performants et calculer les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moyennes de production pour optimiser la gestion.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Architecture Générale du Système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Le système est divisé en 5 modules Python, chacun responsable d'une fonction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spécifique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Module 1 (membre1.py): Gestion des producteurs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Module 2 (membre2.py): Gestion des récoltes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Module 3 (Membre3.py): Statistiques de production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Module 4 (membre4.py): Analyses avancées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Module 5 (main.py): Interface utilisateur et intégration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Module 1 : Gestion des Producteurs (membre1.py)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Ce module gère l'ajout et le suivi des producteurs de la coopérative.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Composants principaux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producteurs : liste globale stockant tous les producteurs enregistrés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ajouter_producteur() : permet d'ajouter un nouveau producteur avec validation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afficher_producteurs() : affiche la liste complète avec nombre de récoltes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rechercher_producteur(nom) : trouve un producteur par son nom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Module 2 : Gestion des Récoltes (membre2.py)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Ce module gère l'enregistrement et l'affichage des récoltes des producteurs.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Composants principaux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PRODUITS_VALIDES : liste des 4 produits autorisés (Mil, Maïs, Riz, Arachide)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produit_valide(produit) : valide que le produit fait partie de la liste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enregistrer_recolte() : enregistre une nouvelle récolte avec validation complète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afficher_recoltes(nom) : affiche toutes les récoltes ou celles d'un producteur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Module 3 : Statistiques de Production (Membre3.py)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Ce module calcule les statistiques globales de production de la coopérative.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Composants principaux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production_totale() : calcule la quantité totale produite en kg par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tous les producteurs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production_par_produit() : décompose la production par type de produit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et affiche les totaux pour chaque catégorie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Module 4 : Analyses Avancées (membre4.py)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Ce module fournit des analyses détaillées des performances des producteurs.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Composants principaux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meilleur_producteur(liste) : identifie et affiche le producteur ayant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la plus grande quantité totale produite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moyenne_producteur(liste) : calcule la production moyenne par producteur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et affiche le résultat formaté avec 2 décimales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Module 5 : Interface Principale (main.py)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Ce module fournit l'interface utilisateur et intègre tous les autres modules.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Fonctionnalités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Menu interactif affichant 10 options numérotées (1-9, plus 0 pour quitter)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Importe toutes les fonctions des 4 modules précédents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Boucle infinie permettant à l'utilisateur de naviguer entre les options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Gère les entrées utilisateur et appelle les fonctions appropriées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Flux d'Exécution du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 1 : L'utilisateur lance le programme avec la commande 'python main.py'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 2 : Le menu principal s'affiche avec 10 options disponibles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 3 : L'utilisateur saisit un numéro d'option (1-9 ou 0)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 4 : La fonction correspondante est exécutée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 5 : Après exécution, l'utilisateur retourne au menu pour une nouvelle action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 6 : Le processus continue jusqu'à l'option 0 (Quitter)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Options du Menu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1 : Ajouter un producteur - Demande le nom et valide l'unicité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2 : Afficher les producteurs - Liste tous avec nombre de récoltes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3 : Rechercher un producteur - Trouve par nom et affiche infos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4 : Enregistrer une récolte - Ajoute nouvelle récolte à un producteur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5 : Afficher les récoltes - Liste toutes ou filtrées par producteur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6 : Production totale - Somme de toutes les récoltes en kg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7 : Production par produit - Détail pour chaque type de produit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8 : Meilleur producteur - Identifie le plus productif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Option 9 : Moyenne par producteur - Calcule la moyenne de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Produits Autorisés dans le Système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Le système gère uniquement 4 types de produits agricoles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1. MIL - Céréale traditionnelle très résistante à la chaleur et à la sécheresse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2. MAÏS - Céréale polyvalente cultivée largement en Afrique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3. RIZ - Céréale cultivée en zones irrigables ou pluvieuses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4. ARACHIDE - Culture de rente importante pour les revenus agricoles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Tous les produits saisis sont automatiquement normalisés en majuscules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Structure des Données du Système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Les données sont organisées dans une structure Python basée sur des dictionnaires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producteurs = [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{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 'nom': 'Producteur 1',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 'recoltes': [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   {'nom': 'Producteur 1', 'produit': 'Mil', 'quantite': 100.5},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   {'nom': 'Producteur 1', 'produit': 'Riz', 'quantite': 75.0}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 ]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}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Système de Validation et Contrôle de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Le système implémente une validation stricte à chaque étape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Validation des Producteurs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Le nom ne peut pas être vide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Les doublons sont détectés et rejetés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Recherche insensible à la casse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Validation des Récoltes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Le producteur doit exister avant d'enregistrer une récolte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Le produit doit être dans la liste autorisée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La quantité doit être un nombre positif supérieur à zéro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Technologies et Outils Utilisés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Langage de programmation : Python 3.x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- Choisi pour sa simplicité et sa puissance pour traiter les données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Structures de données : Dictionnaires et Listes Python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- Permettent une organisation flexible des données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Stockage : Données en mémoire (variables Python)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- Les données restent actives durant l'exécution du programme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Contrôle de version : Git et GitHub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   - Permet le suivi des modifications et la collaboration d'équipe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Avantages Principaux du Système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Interface Simple et Conviviale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Menu numéroté facile à naviguer sans connaissances techniques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Données Fiables et Validées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Tous les champs sont vérifiés avant enregistrement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Rapports Détaillés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Analyse complète de la production avec plusieurs perspectives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Modularité et Extensibilité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Code organisé en modules permettant l'ajout de nouvelles fonctionnalités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Performance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Recherche et calculs très rapides sur les données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Limitations Actuelles et Perspectives Futures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Limitations actuelles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Les données ne sont stockées qu'en mémoire (perdues au redémarrage)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Pas de fonction de suppression ou modification de données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Pas d'authentification utilisateur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Améliorations futures possibles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Ajouter une base de données (SQL) pour persistance des données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Implémenter édition et suppression de producteurs/récoltes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Ajouter export des rapports en PDF ou Excel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Implémenter système de sauvegarde/chargement de fichiers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Exemple Complet d'Utilisation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Scénario : Un gestionnaire de coopérative souhaite enregistrer les récoltes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Étapes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1. Lance le programme : python main.py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2. Choisit option 1 pour ajouter le producteur 'Amadou Sow'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3. Choisit option 4 pour enregistrer 100 kg de Riz pour Amadou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4. Choisit option 4 à nouveau pour ajouter 50 kg d'Arachide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5. Choisit option 6 pour voir production totale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6. Choisit option 7 pour voir détail par produit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7. Choisit option 8 pour identifier le meilleur producteur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28B22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AGRI-SEN est un système complet et fonctionnel pour la gestion des coopératives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agricoles. Il démontre une architecture logicielle bien pensée avec une séparation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claire des responsabilités.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Le code est :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Bien organisé en modules indépendants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Bien commenté et facile à comprendre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Facile à maintenir et à étendre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- Prêt pour utilisation en environnement réel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Ce projet représente une collaboration d'équipe réussie dans le développement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defRPr sz="1800">
                <a:solidFill>
                  <a:srgbClr val="000000"/>
                </a:solidFill>
              </a:defRPr>
            </a:pPr>
            <a:r>
              <a:t>logiciel collaboratif.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