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RAPPORT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AGRI-SEN : Système de Gestion de Coopérative Agricole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Contexte et Présentation du Problème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Contexte Général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Le secteur agricole en Afrique de l'Ouest joue un rôle fondamental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dans l'économie et la sécurité alimentaire.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Les producteurs se regroupent dans des coopératives pour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Améliorer leur productivité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Partager les ressources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Maximiser leurs revenus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Cependant, la gestion administrative reste rudimentaire et peu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structurée dans la plupart des coopératives.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Problématique Identifiée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Les coopératives agricoles font face à plusieurs défis majeurs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Absence de centralisation des données des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Difficulté à suivre et enregistrer les récoltes de manière organisée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Manque de visibilité sur la production globale et ses performances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Impossibilité d'identifier les producteurs les plus performants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Absence d'outils d'analyse pour optimiser la gestion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Solution Proposée : AGRI-SEN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AGRI-SEN est un système informatique développé pour résoudre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ces problèmes critiques.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Le système permet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Une gestion complète et intégrée de la coopérative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Centralisation des données des producteurs et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Rapports d'analyse détaillés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Facilitation de la prise de décision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Optimisation de la gestion administrative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Objectifs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Centraliser et organiser les données des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de manière sécurisée et accessible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Permettre l'enregistrement structuré des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avec validation complète des données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Générer des rapports détaillés sur la production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globale et par produit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Identifier les producteurs les plus performants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Faciliter la gestion administrative des coopératives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II. 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Description Détaillée des Fonctionnalités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Architecture Générale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AGRI-SEN est construit selon une architecture modulaire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composée de 5 modules Python indépendants mais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interconnectés.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Architecture modulaire permet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Une maintenance facile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La réutilisabilité du code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Une séparation claire des responsabilités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Une extensibilité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Les 5 Modules du Système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Module 1 (membre1.py) : Gestion des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Ajouter, afficher et rechercher des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Module 2 (membre2.py) : Gestion des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Enregistrer et afficher les récoltes avec validation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Module 3 (Membre3.py) : Statistiques de Production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Calculer production totale et par produit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Module 4 (membre4.py) : Analyses Avancées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Meilleur producteur et moyennes de production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Module 5 (main.py) : Interface Principale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Menu interactif et intégration de tous les modules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Module 1 : Gestion des Producteurs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Responsabilité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Gérer le cycle de vie des producteurs de la coopérative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Fonctions principales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ajouter_producteur()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Ajoute un nouveau producteur avec validation du nom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Empêche les doublons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afficher_producteurs()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Affiche la liste complète avec nombre de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rechercher_producteur(nom)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Trouve un producteur (recherche insensible à la casse)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Module 2 : Gestion des Récoltes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Responsabilité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Gérer l'enregistrement et le suivi des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Système de validation stricte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Vérification du producteur (doit exister)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Validation du produit (liste fermée)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Vérification de la quantité (positive et nombre valide)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Produits autorisés : Mil, Maïs, Riz, Arachide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Fonctions : produit_valide(), enregistrer_recolte(),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afficher_recoltes()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Module 3 : Statistiques de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Responsabilité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Fournir une vue globale de la production de la coopérative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Fonctions principales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production_totale()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Calcule la quantité totale produite en kg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Agrège les données de tous les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production_par_produit()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Décompose la production par type de produit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Affiche les totaux pour chaque catégorie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Module 4 : Analyses Avancées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Responsabilité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Fournir des analyses détaillées des performances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Fonctions principales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meilleur_producteur(liste)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Identifie le producteur avec production totale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la plus élevée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moyenne_producteur(liste)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Calcule la production moyenne par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Affiche résultat formaté avec 2 décimales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Module 5 : Interface Principale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Responsabilité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Fournir l'interface utilisateur et intégrer tous les modules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Menu interactif avec 10 options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Ajouter un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Afficher les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Rechercher un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Enregistrer une récolte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Afficher les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6. Production totale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7. Production par produit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8. Meilleur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9. Production moyenne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0. Quitter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III. ALGORITHME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Description des Traitements Réalisés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Algorithme d'Enregistrement d'une Récolte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Demander le nom du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Rechercher le producteur dans la liste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SI producteur n'existe pas : Afficher erreur et quitter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Demander le produit récolté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SI produit non valide : Afficher erreur et quitter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6. Demander la quantité en kg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7. Essayer convertir quantité en nombre décimal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8. SI quantité &lt;= 0 : Afficher erreur et quitter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9. Créer structure récolte avec nom, produit, quantité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10. Ajouter récolte à la liste du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11. Afficher message de succès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Algorithme : Production Totale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Initialiser total = 0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POUR CHAQUE producteur DANS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POUR CHAQUE récolte DANS producteur.recoltes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  Ajouter récolte.quantite au total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Afficher "Production totale : " + total + " kg"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Retourner total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Complexité : O(n*m) où n = nombre de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m = nombre moyen de récoltes par producteur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Algorithme : Meilleur Producteur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SI liste vide : Afficher erreur et quitter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Initialiser max_production = -1, nom_meilleur = ""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POUR CHAQUE producteur DANS liste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Calculer total_producteur = somme des quantités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SI total_producteur &gt; max_production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  Mettre à jour max_production et nom_meilleur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Afficher "Meilleur producteur : " + nom_meilleur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Afficher "Production : " + max_production + " kg"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Complexité : O(n*m) - même que production totale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Flux d'Exécution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Démarrage : python main.py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Importation de tous les modules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Affichage du menu principal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BOUCLE INFINIE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a. Afficher les options disponibles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b. Demander choix à l'utilisateur (1-9 ou 0)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c. Selon le choix : Exécuter fonction correspondante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d. Retourner à 4.a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Fin du programme si option 0 est sélectionnée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IV.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Illustration du Fonctionnement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Affichage du Menu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==========================================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GESTION D'UNE COOPÉRATIVE AGRICOLE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==========================================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Ajouter un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Afficher les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Rechercher un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Enregistrer une récolte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Afficher les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6. Production totale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7. Production par produit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8. Meilleur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9. Production moyenne par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0. Quitter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Votre choix 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Exemple d'Utilisation Complet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Scénario : Gestionnaire enregistre récoltes de 3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Étape 1 : Ajouter 3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      Amadou, Fatou, et Moussa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Étape 2 : Enregistrer plusieurs récoltes par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     Combinaisons de produits différents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Étape 3 : Afficher liste des producteurs avec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Étape 4 : Afficher toutes les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Étape 5 : Voir production totale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Exemple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Étape 6 : Voir production par produit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Étape 7 : Identifier meilleur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     Exemple : Moussa = 420 kg (Meilleur)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Étape 8 : Calculer moyenne de production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     Moyenne = (350 + 280 + 420) / 3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       Moyenne = 350 kg par producteur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Démonstration complète des capacités du système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incluant validation des données et gestion d'erreurs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Fonctionnalités Clés Démontrées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Validation des données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Noms en double rejetés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Produits invalides refusés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Quantités négatives ou zéro rejetées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Gestion des erreurs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Conversion de quantité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Vérification de positivité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Messages clairs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Recherche efficace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Localisation rapide de producteurs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Rapports détaillés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Production par producteur et produit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Interface conviviale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Difficultés et Perspectives d'Amélioration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Résumé des Réalisations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Le projet AGRI-SEN a atteint tous ses objectifs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Atteint : 5 modules indépendants mais intégrés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Atteint : Interface utilisateur intuitive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Atteint : Système de validation complète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Atteint : Rapports et analyses détaillées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Atteint : Code bien commenté et maintainable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Le système est complet, fonctionnel et prêt pour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utilisation réelle dans les coopératives agricoles.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Difficultés Rencontrées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Coordination d'équipe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Synchronisation entre 5 développeurs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Communication et organisation claires nécessaires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Imports circulaires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Clarification des dépendances requise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Validation des données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Tests multiples pour éviter les failles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Structure des données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Plusieurs itérations pour optimiser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Choix entre dictionnaires et listes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Perspectives d'Amélioration -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Persistance des données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Ajouter base de données (SQLite, MySQL)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Gestion des utilisateurs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Authentification multi-rôles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Édition et suppression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Modification de producteurs et récoltes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Historique des changements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Export des rapports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Génération en PDF ou Excel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Créer graphiques pour visualiser tendances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Perspectives d'Amélioration -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Application mobile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Enregistrement direct des récoltes sur le terrain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6. Système de notification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Alertes pour récoltes attendues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7. Intégration météo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Analyse impact climat sur production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8. Interface graphique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Remplacer menu texte par GUI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   - Utiliser tkinter ou PyQt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Évaluation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AGRI-SEN est un projet réussi qui démontre :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Bonne compréhension des principes logiciels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Modularité et séparation des responsabilités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Validation rigoureuse des données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- Code bien structuré et extensible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La collaboration d'équipe a été efficace.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Défis surmontés grâce à communication claire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et approche méthodique.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Résultat : Système complet prêt pour déploiement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